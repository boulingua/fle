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 — Écrire sur soi (Annie Ernaux)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11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