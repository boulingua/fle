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Introduire : *L'Étranger* (Camus)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