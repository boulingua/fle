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4 — Les repas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G+M · classe 7 · Niveau 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