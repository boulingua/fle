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4 — Presse engagée (*Le Monde diplomatique*)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12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