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Lecture suivie : *Le Petit Nicolas* (extraits)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