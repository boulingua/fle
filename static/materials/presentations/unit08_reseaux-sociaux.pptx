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8 — Réseaux sociaux et identité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10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