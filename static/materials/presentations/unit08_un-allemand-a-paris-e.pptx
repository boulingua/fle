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8 — Un·e Allemand·e à Paris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