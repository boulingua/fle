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Unité 8 — Un·e Allemand·e à Paris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Placeholder — à remplacer par la version finale.</a:t>
            </a:r>
          </a:p>
          <a:p>
            <a:pPr>
              <a:defRPr sz="1800"/>
            </a:pPr>
            <a:r>
              <a:t>Parcours G+M · classe 8 · Niveau 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