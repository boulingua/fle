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9 — Histoire et mémoire (Vichy, Algérie)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11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