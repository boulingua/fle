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9 — Internet et vie privée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G+M · classe 9 · Niveau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