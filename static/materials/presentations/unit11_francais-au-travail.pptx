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Français au travail (un peu de jargon)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