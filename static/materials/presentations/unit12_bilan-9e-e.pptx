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Bilan : 9e en route vers la cycle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